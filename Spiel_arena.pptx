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0799763" cy="1079976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313CA3-B947-AF96-CA64-6AE762A3F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1D3B6DD-9E7D-D49B-8C4C-6080BCA2F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C7DB7-A418-4A72-A939-016F1A36ADDE}" type="datetimeFigureOut">
              <a:rPr lang="de-CH" smtClean="0"/>
              <a:t>01.02.2026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1A22C99-7613-D186-F95B-1BA8E0A5E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CE8A504-4D12-D784-D635-C894D7596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5B380-B11A-447F-B5B6-C5AC5AE1C7F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23790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9DD5AFF-1CDA-A478-E480-08C6F75BD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484" y="574988"/>
            <a:ext cx="9314796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7740E41-3DDC-7442-D069-733A85BAD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2484" y="2874937"/>
            <a:ext cx="9314796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2603CA-3928-3F95-E1C6-FB29E042F1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2484" y="10009781"/>
            <a:ext cx="2429947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EC7DB7-A418-4A72-A939-016F1A36ADDE}" type="datetimeFigureOut">
              <a:rPr lang="de-CH" smtClean="0"/>
              <a:t>01.02.2026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C5DDC1-143A-43D8-5658-4328977C4F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77422" y="10009781"/>
            <a:ext cx="364492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6BE6148-ED2F-C895-6F15-395F826191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27332" y="10009781"/>
            <a:ext cx="2429947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95B380-B11A-447F-B5B6-C5AC5AE1C7F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56007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809976" rtl="0" eaLnBrk="1" latinLnBrk="0" hangingPunct="1">
        <a:lnSpc>
          <a:spcPct val="90000"/>
        </a:lnSpc>
        <a:spcBef>
          <a:spcPct val="0"/>
        </a:spcBef>
        <a:buNone/>
        <a:defRPr sz="38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2494" indent="-202494" algn="l" defTabSz="809976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1pPr>
      <a:lvl2pPr marL="607482" indent="-202494" algn="l" defTabSz="809976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12469" indent="-202494" algn="l" defTabSz="809976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3pPr>
      <a:lvl4pPr marL="1417457" indent="-202494" algn="l" defTabSz="809976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4" kern="1200">
          <a:solidFill>
            <a:schemeClr val="tx1"/>
          </a:solidFill>
          <a:latin typeface="+mn-lt"/>
          <a:ea typeface="+mn-ea"/>
          <a:cs typeface="+mn-cs"/>
        </a:defRPr>
      </a:lvl4pPr>
      <a:lvl5pPr marL="1822445" indent="-202494" algn="l" defTabSz="809976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4" kern="1200">
          <a:solidFill>
            <a:schemeClr val="tx1"/>
          </a:solidFill>
          <a:latin typeface="+mn-lt"/>
          <a:ea typeface="+mn-ea"/>
          <a:cs typeface="+mn-cs"/>
        </a:defRPr>
      </a:lvl5pPr>
      <a:lvl6pPr marL="2227433" indent="-202494" algn="l" defTabSz="809976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4" kern="1200">
          <a:solidFill>
            <a:schemeClr val="tx1"/>
          </a:solidFill>
          <a:latin typeface="+mn-lt"/>
          <a:ea typeface="+mn-ea"/>
          <a:cs typeface="+mn-cs"/>
        </a:defRPr>
      </a:lvl6pPr>
      <a:lvl7pPr marL="2632420" indent="-202494" algn="l" defTabSz="809976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4" kern="1200">
          <a:solidFill>
            <a:schemeClr val="tx1"/>
          </a:solidFill>
          <a:latin typeface="+mn-lt"/>
          <a:ea typeface="+mn-ea"/>
          <a:cs typeface="+mn-cs"/>
        </a:defRPr>
      </a:lvl7pPr>
      <a:lvl8pPr marL="3037408" indent="-202494" algn="l" defTabSz="809976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4" kern="1200">
          <a:solidFill>
            <a:schemeClr val="tx1"/>
          </a:solidFill>
          <a:latin typeface="+mn-lt"/>
          <a:ea typeface="+mn-ea"/>
          <a:cs typeface="+mn-cs"/>
        </a:defRPr>
      </a:lvl8pPr>
      <a:lvl9pPr marL="3442396" indent="-202494" algn="l" defTabSz="809976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1pPr>
      <a:lvl2pPr marL="404988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2pPr>
      <a:lvl3pPr marL="809976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3pPr>
      <a:lvl4pPr marL="1214963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4pPr>
      <a:lvl5pPr marL="1619951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5pPr>
      <a:lvl6pPr marL="2024939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6pPr>
      <a:lvl7pPr marL="2429927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7pPr>
      <a:lvl8pPr marL="2834914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8pPr>
      <a:lvl9pPr marL="3239902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hidden="1">
            <a:extLst>
              <a:ext uri="{FF2B5EF4-FFF2-40B4-BE49-F238E27FC236}">
                <a16:creationId xmlns:a16="http://schemas.microsoft.com/office/drawing/2014/main" id="{4CD68777-1CDC-E6F5-E19A-9477B4C3B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2"/>
                </a:solidFill>
                <a:latin typeface="Amasis MT Pro Black" panose="02040A04050005020304" pitchFamily="18" charset="0"/>
              </a:rPr>
              <a:t>Fate of Nature: Survive the Arena </a:t>
            </a:r>
            <a:endParaRPr lang="de-CH" dirty="0">
              <a:solidFill>
                <a:schemeClr val="accent2"/>
              </a:solidFill>
              <a:latin typeface="Amasis MT Pro Black" panose="02040A04050005020304" pitchFamily="18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41D1131-3273-1B26-DF3C-0533A1219EA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799763" cy="10799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1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Benutzerdefiniert</PresentationFormat>
  <Paragraphs>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Amasis MT Pro Black</vt:lpstr>
      <vt:lpstr>Aptos</vt:lpstr>
      <vt:lpstr>Aptos Display</vt:lpstr>
      <vt:lpstr>Arial</vt:lpstr>
      <vt:lpstr>Office</vt:lpstr>
      <vt:lpstr>Fate of Nature: Survive the Arena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Laura Gasche</dc:creator>
  <cp:lastModifiedBy>Laura Gasche</cp:lastModifiedBy>
  <cp:revision>1</cp:revision>
  <dcterms:created xsi:type="dcterms:W3CDTF">2026-02-01T21:20:43Z</dcterms:created>
  <dcterms:modified xsi:type="dcterms:W3CDTF">2026-02-01T21:20:43Z</dcterms:modified>
</cp:coreProperties>
</file>